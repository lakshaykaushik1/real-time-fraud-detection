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Real-Time Fraud Detection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Hackathon Project Submission</a:t>
            </a:r>
          </a:p>
          <a:p>
            <a:r>
              <a:t>By Lakshay Kaushik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Online payment fraud is increasing rapidly.</a:t>
            </a:r>
          </a:p>
          <a:p>
            <a:r>
              <a:t>• Traditional fraud detection systems are slow and reactive.</a:t>
            </a:r>
          </a:p>
          <a:p>
            <a:r>
              <a:t>• Need a real-time, automated fraud detection solution.</a:t>
            </a:r>
          </a:p>
          <a:p>
            <a:r>
              <a:t>• Minimize financial loss and protect user trust.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Machine Learning based fraud detection model.</a:t>
            </a:r>
          </a:p>
          <a:p>
            <a:r>
              <a:t>• Real-time transaction monitoring.</a:t>
            </a:r>
          </a:p>
          <a:p>
            <a:r>
              <a:t>• Instant fraud prediction using trained model.</a:t>
            </a:r>
          </a:p>
          <a:p>
            <a:r>
              <a:t>• Interactive web dashboard using Streamlit.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Python 3.13</a:t>
            </a:r>
          </a:p>
          <a:p>
            <a:r>
              <a:t>• Pandas &amp; NumPy</a:t>
            </a:r>
          </a:p>
          <a:p>
            <a:r>
              <a:t>• Scikit-learn</a:t>
            </a:r>
          </a:p>
          <a:p>
            <a:r>
              <a:t>• Streamlit</a:t>
            </a:r>
          </a:p>
          <a:p>
            <a:r>
              <a:t>• GitHub for Version Control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Input → Data Preprocessing → ML Model → Prediction Output</a:t>
            </a:r>
          </a:p>
          <a:p/>
          <a:p>
            <a:r>
              <a:t>• Data Cleaning &amp; Scaling</a:t>
            </a:r>
          </a:p>
          <a:p>
            <a:r>
              <a:t>• Model Training (Random Forest / Logistic Regression)</a:t>
            </a:r>
          </a:p>
          <a:p>
            <a:r>
              <a:t>• Real-time Fraud Prediction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Real-time fraud detection</a:t>
            </a:r>
          </a:p>
          <a:p>
            <a:r>
              <a:t>• High accuracy ML model</a:t>
            </a:r>
          </a:p>
          <a:p>
            <a:r>
              <a:t>• Simple user interface</a:t>
            </a:r>
          </a:p>
          <a:p>
            <a:r>
              <a:t>• Scalable &amp; deployable</a:t>
            </a:r>
          </a:p>
          <a:p>
            <a:r>
              <a:t>• Can integrate with banking systems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Deep Learning based detection</a:t>
            </a:r>
          </a:p>
          <a:p>
            <a:r>
              <a:t>• API integration with payment gateways</a:t>
            </a:r>
          </a:p>
          <a:p>
            <a:r>
              <a:t>• Cloud deployment (AWS/Azure)</a:t>
            </a:r>
          </a:p>
          <a:p>
            <a:r>
              <a:t>• Continuous model retraining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Real-time fraud detection improves security.</a:t>
            </a:r>
          </a:p>
          <a:p>
            <a:r>
              <a:t>• Machine learning reduces manual effort.</a:t>
            </a:r>
          </a:p>
          <a:p>
            <a:r>
              <a:t>• Scalable solution for fintech &amp; banking sectors.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